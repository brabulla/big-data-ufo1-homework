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8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2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86372" autoAdjust="0"/>
  </p:normalViewPr>
  <p:slideViewPr>
    <p:cSldViewPr>
      <p:cViewPr varScale="1">
        <p:scale>
          <a:sx n="75" d="100"/>
          <a:sy n="75" d="100"/>
        </p:scale>
        <p:origin x="136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3842907C-D0AA-4C58-9F94-58B40AD65B29}" type="datetimeFigureOut">
              <a:rPr lang="en-US" smtClean="0"/>
              <a:pPr/>
              <a:t>12/5/2017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smtClean="0"/>
              <a:t>Mintaszöveg szerkesztése </a:t>
            </a:r>
            <a:endParaRPr lang="en-US"/>
          </a:p>
          <a:p>
            <a:pPr lvl="1"/>
            <a:r>
              <a:rPr lang="en-US" smtClean="0"/>
              <a:t>Második szint</a:t>
            </a:r>
          </a:p>
          <a:p>
            <a:pPr lvl="2"/>
            <a:r>
              <a:rPr lang="en-US" smtClean="0"/>
              <a:t>Harmadik szint</a:t>
            </a:r>
          </a:p>
          <a:p>
            <a:pPr lvl="3"/>
            <a:r>
              <a:rPr lang="en-US" smtClean="0"/>
              <a:t>Negyedik szint</a:t>
            </a:r>
          </a:p>
          <a:p>
            <a:pPr lvl="4"/>
            <a:r>
              <a:rPr lang="en-US" smtClean="0"/>
              <a:t>Ötödik szint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1D76769E-C829-4283-B80E-CB90D995C29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6769E-C829-4283-B80E-CB90D995C29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6769E-C829-4283-B80E-CB90D995C291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6769E-C829-4283-B80E-CB90D995C291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6769E-C829-4283-B80E-CB90D995C291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6769E-C829-4283-B80E-CB90D995C29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987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6769E-C829-4283-B80E-CB90D995C291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582807"/>
            <a:ext cx="7772400" cy="1199704"/>
          </a:xfrm>
        </p:spPr>
        <p:txBody>
          <a:bodyPr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hu-HU" smtClean="0"/>
              <a:t>Kattintson ide az alcím mintájának szerkesztéséhez</a:t>
            </a:r>
            <a:endParaRPr lang="en-US"/>
          </a:p>
        </p:txBody>
      </p:sp>
      <p:grpSp>
        <p:nvGrpSpPr>
          <p:cNvPr id="2" name="Group 14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Shap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dirty="0"/>
            </a:p>
          </p:txBody>
        </p:sp>
        <p:sp>
          <p:nvSpPr>
            <p:cNvPr id="8" name="Shap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dirty="0"/>
            </a:p>
          </p:txBody>
        </p:sp>
        <p:sp>
          <p:nvSpPr>
            <p:cNvPr id="11" name="Shap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6E13C79-1C97-4B32-B2AE-1A69C169643E}" type="datetime2">
              <a:rPr lang="en-US" smtClean="0"/>
              <a:pPr/>
              <a:t>Tuesday, December 5, 2017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>
              <a:solidFill>
                <a:schemeClr val="accent1">
                  <a:tint val="20000"/>
                </a:scheme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5292C34-3E5E-4BA5-AF54-F1601B144FB0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EF5B-F2CC-4EC5-8F1F-29A8BF9EFFA9}" type="datetime2">
              <a:rPr lang="en-US" smtClean="0"/>
              <a:pPr/>
              <a:t>Tuesday, December 5, 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hu-HU" smtClean="0"/>
              <a:t>Mintacím szerkesztése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888512"/>
            <a:ext cx="4572000" cy="1454888"/>
          </a:xfrm>
        </p:spPr>
        <p:txBody>
          <a:bodyPr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09C1-563D-4D9C-B702-B64C84A5A174}" type="datetime2">
              <a:rPr lang="en-US" smtClean="0"/>
              <a:pPr/>
              <a:t>Tuesday, December 5, 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/>
            <a:endParaRPr lang="en-US" dirty="0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/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03D9-A6EB-41FB-BF22-3F49E470997E}" type="datetime2">
              <a:rPr lang="en-US" smtClean="0"/>
              <a:pPr/>
              <a:t>Tuesday, December 5, 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hu-HU" smtClean="0"/>
              <a:t>Mintacím szerkesztése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Összehasonlítás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72430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72430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0534-5698-4F62-9CFE-5DE61A073E78}" type="datetime2">
              <a:rPr lang="en-US" smtClean="0"/>
              <a:pPr/>
              <a:t>Tuesday, December 5, 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27A3-B249-4F87-AB1A-1E06AC1AA2A4}" type="datetime2">
              <a:rPr lang="en-US" smtClean="0"/>
              <a:pPr/>
              <a:t>Tuesday, December 5,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hu-HU" smtClean="0"/>
              <a:t>Mintacím szerkesztése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6142-29B2-49CC-BCC6-A3AD70B4960E}" type="datetime2">
              <a:rPr lang="en-US" smtClean="0"/>
              <a:pPr/>
              <a:t>Tuesday, December 5, 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34000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E86C4691-4882-40A8-AF62-8CF6A18D40B2}" type="datetime2">
              <a:rPr lang="en-US" smtClean="0"/>
              <a:pPr/>
              <a:t>Tuesday, December 5, 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371568"/>
            <a:ext cx="7162800" cy="648232"/>
          </a:xfrm>
          <a:noFill/>
        </p:spPr>
        <p:txBody>
          <a:bodyPr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1C6776A-4DEC-47EE-8A49-2C150ECB5465}" type="datetime2">
              <a:rPr lang="en-US" smtClean="0"/>
              <a:pPr/>
              <a:t>Tuesday, December 5, 2017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C410EEA-824F-4D46-AFE7-60426C8C06B0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07688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Shape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/>
          </a:p>
        </p:txBody>
      </p:sp>
      <p:sp>
        <p:nvSpPr>
          <p:cNvPr id="9" name="Shape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/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/>
            <a:endParaRPr lang="en-US" dirty="0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/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õ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14BF-C004-4398-9186-5EE680724D95}" type="datetime2">
              <a:rPr lang="en-US" smtClean="0"/>
              <a:pPr/>
              <a:t>Tuesday, December 5, 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õ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14BF-C004-4398-9186-5EE680724D95}" type="datetime2">
              <a:rPr lang="en-US" smtClean="0"/>
              <a:pPr/>
              <a:t>Tuesday, December 5, 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/>
          </a:p>
        </p:txBody>
      </p:sp>
      <p:sp>
        <p:nvSpPr>
          <p:cNvPr id="12" name="Shape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/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 smtClean="0"/>
              <a:t>Mintacím szerkesztése</a:t>
            </a:r>
            <a:endParaRPr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 smtClean="0"/>
              <a:t>Mintaszöveg szerkesztése </a:t>
            </a:r>
            <a:endParaRPr lang="en-US" dirty="0"/>
          </a:p>
          <a:p>
            <a:pPr lvl="1"/>
            <a:r>
              <a:rPr lang="en-US" dirty="0" smtClean="0"/>
              <a:t>Második szint</a:t>
            </a:r>
          </a:p>
          <a:p>
            <a:pPr lvl="2"/>
            <a:r>
              <a:rPr lang="en-US" dirty="0" smtClean="0"/>
              <a:t>Harmadik szint</a:t>
            </a:r>
          </a:p>
          <a:p>
            <a:pPr lvl="3"/>
            <a:r>
              <a:rPr lang="en-US" dirty="0" smtClean="0"/>
              <a:t>Negyedik szint</a:t>
            </a:r>
          </a:p>
          <a:p>
            <a:pPr lvl="4"/>
            <a:r>
              <a:rPr lang="en-US" dirty="0" smtClean="0"/>
              <a:t>Ötödik szint</a:t>
            </a:r>
          </a:p>
          <a:p>
            <a:pPr lvl="5"/>
            <a:r>
              <a:rPr lang="en-US" dirty="0" smtClean="0"/>
              <a:t>Hatodik szint</a:t>
            </a:r>
          </a:p>
          <a:p>
            <a:pPr lvl="6"/>
            <a:r>
              <a:rPr lang="en-US" dirty="0" smtClean="0"/>
              <a:t>Hetedik szint</a:t>
            </a:r>
          </a:p>
          <a:p>
            <a:pPr lvl="7"/>
            <a:r>
              <a:rPr lang="en-US" dirty="0" smtClean="0"/>
              <a:t>Nyolcadik szint</a:t>
            </a:r>
          </a:p>
          <a:p>
            <a:pPr lvl="8"/>
            <a:r>
              <a:rPr lang="en-US" dirty="0" smtClean="0"/>
              <a:t>Kilencedik szint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>
              <a:defRPr sz="1000">
                <a:solidFill>
                  <a:schemeClr val="tx1"/>
                </a:solidFill>
              </a:defRPr>
            </a:lvl1pPr>
            <a:extLst/>
          </a:lstStyle>
          <a:p>
            <a:fld id="{D10E14BF-C004-4398-9186-5EE680724D95}" type="datetime2">
              <a:rPr lang="en-US" smtClean="0"/>
              <a:pPr/>
              <a:t>Tuesday, December 5, 2017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>
                <a:solidFill>
                  <a:schemeClr val="tx1"/>
                </a:solidFill>
              </a:defRPr>
            </a:lvl1pPr>
            <a:extLst/>
          </a:lstStyle>
          <a:p>
            <a:pPr algn="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 b="0">
                <a:solidFill>
                  <a:schemeClr val="tx1"/>
                </a:solidFill>
              </a:defRPr>
            </a:lvl1pPr>
            <a:extLst/>
          </a:lstStyle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sz="10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l" rtl="0" eaLnBrk="1" latinLnBrk="0" hangingPunct="1">
        <a:spcBef>
          <a:spcPct val="0"/>
        </a:spcBef>
        <a:buNone/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5000"/>
        <a:buFont typeface="Wingdings 3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800" b="1" kern="1200" noProof="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Big Data UFO 1 házi</a:t>
            </a:r>
            <a:endParaRPr lang="hu-HU" noProof="0" dirty="0"/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sz="2700" kern="120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Készítette: </a:t>
            </a:r>
          </a:p>
          <a:p>
            <a:r>
              <a:rPr lang="hu-HU" dirty="0" smtClean="0"/>
              <a:t>Mikulás Bence, Bulla Ádám</a:t>
            </a:r>
            <a:endParaRPr lang="hu-HU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UFO megfigyelések</a:t>
            </a:r>
          </a:p>
          <a:p>
            <a:pPr lvl="1"/>
            <a:r>
              <a:rPr lang="hu-HU" sz="2400" dirty="0" smtClean="0"/>
              <a:t>Első sorban USA területéről</a:t>
            </a:r>
          </a:p>
          <a:p>
            <a:pPr lvl="1"/>
            <a:r>
              <a:rPr lang="hu-HU" sz="2400" dirty="0" smtClean="0"/>
              <a:t>HTML formátum + adatokban erős zaj</a:t>
            </a:r>
          </a:p>
          <a:p>
            <a:r>
              <a:rPr lang="hu-HU" sz="2800" dirty="0" smtClean="0"/>
              <a:t>Megfigyelések attribútumai:</a:t>
            </a:r>
          </a:p>
          <a:p>
            <a:pPr lvl="1"/>
            <a:r>
              <a:rPr lang="hu-HU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Dátum</a:t>
            </a:r>
          </a:p>
          <a:p>
            <a:pPr lvl="1"/>
            <a:r>
              <a:rPr lang="hu-HU" sz="2400" dirty="0" smtClean="0"/>
              <a:t>Város</a:t>
            </a:r>
          </a:p>
          <a:p>
            <a:pPr lvl="1"/>
            <a:r>
              <a:rPr lang="hu-HU" sz="2400" dirty="0"/>
              <a:t>Á</a:t>
            </a:r>
            <a:r>
              <a:rPr lang="hu-HU" sz="2400" dirty="0" smtClean="0"/>
              <a:t>llam</a:t>
            </a:r>
          </a:p>
          <a:p>
            <a:pPr lvl="1"/>
            <a:r>
              <a:rPr lang="hu-HU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Időtartam</a:t>
            </a:r>
          </a:p>
          <a:p>
            <a:pPr lvl="1"/>
            <a:r>
              <a:rPr lang="hu-HU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Alak</a:t>
            </a:r>
          </a:p>
          <a:p>
            <a:pPr lvl="1"/>
            <a:r>
              <a:rPr lang="hu-HU" sz="2400" dirty="0" smtClean="0"/>
              <a:t>Leírás</a:t>
            </a:r>
          </a:p>
        </p:txBody>
      </p:sp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100" b="1" kern="120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Adatok</a:t>
            </a:r>
            <a:endParaRPr lang="hu-HU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435372" y="1196752"/>
            <a:ext cx="8229600" cy="4525963"/>
          </a:xfrm>
        </p:spPr>
        <p:txBody>
          <a:bodyPr>
            <a:noAutofit/>
          </a:bodyPr>
          <a:lstStyle/>
          <a:p>
            <a:r>
              <a:rPr lang="hu-HU" sz="2800" noProof="0" dirty="0" smtClean="0"/>
              <a:t>115 ezer megfigyelés</a:t>
            </a:r>
          </a:p>
          <a:p>
            <a:pPr lvl="1"/>
            <a:r>
              <a:rPr lang="hu-HU" sz="2400" dirty="0" smtClean="0"/>
              <a:t>~ 80% „jól formázott”</a:t>
            </a:r>
          </a:p>
          <a:p>
            <a:pPr lvl="2"/>
            <a:r>
              <a:rPr lang="hu-HU" sz="2400" dirty="0" smtClean="0"/>
              <a:t>Város és állam definiált, és jól használható</a:t>
            </a:r>
          </a:p>
          <a:p>
            <a:pPr lvl="2"/>
            <a:r>
              <a:rPr lang="hu-HU" sz="2400" dirty="0" smtClean="0"/>
              <a:t>Többire egyedi feldolgozás</a:t>
            </a:r>
          </a:p>
          <a:p>
            <a:endParaRPr lang="hu-HU" sz="2800" dirty="0" smtClean="0"/>
          </a:p>
          <a:p>
            <a:r>
              <a:rPr lang="hu-HU" sz="2800" dirty="0" smtClean="0"/>
              <a:t>Feladatok:</a:t>
            </a:r>
          </a:p>
          <a:p>
            <a:pPr lvl="1"/>
            <a:r>
              <a:rPr lang="hu-HU" sz="2400" dirty="0" smtClean="0"/>
              <a:t>Idő és helyszín szerinti vizualizáció</a:t>
            </a:r>
          </a:p>
          <a:p>
            <a:pPr lvl="2"/>
            <a:r>
              <a:rPr lang="hu-HU" sz="2400" dirty="0"/>
              <a:t>Évekre bontva, államok szerint</a:t>
            </a:r>
          </a:p>
          <a:p>
            <a:pPr lvl="2"/>
            <a:endParaRPr lang="hu-HU" sz="2400" dirty="0" smtClean="0"/>
          </a:p>
          <a:p>
            <a:pPr lvl="1"/>
            <a:r>
              <a:rPr lang="hu-HU" sz="2400" dirty="0" smtClean="0"/>
              <a:t>Megfigyelések </a:t>
            </a:r>
            <a:r>
              <a:rPr lang="hu-HU" sz="2400" dirty="0" err="1" smtClean="0"/>
              <a:t>klaszterezése</a:t>
            </a:r>
            <a:endParaRPr lang="hu-HU" sz="2400" dirty="0" smtClean="0"/>
          </a:p>
          <a:p>
            <a:pPr lvl="2"/>
            <a:r>
              <a:rPr lang="hu-HU" sz="2400" dirty="0" err="1" smtClean="0"/>
              <a:t>Geokoordináták</a:t>
            </a:r>
            <a:r>
              <a:rPr lang="hu-HU" sz="2400" dirty="0" smtClean="0"/>
              <a:t> alapján K-</a:t>
            </a:r>
            <a:r>
              <a:rPr lang="hu-HU" sz="2400" dirty="0" err="1" smtClean="0"/>
              <a:t>Means</a:t>
            </a:r>
            <a:r>
              <a:rPr lang="hu-HU" sz="2400" dirty="0" smtClean="0"/>
              <a:t> módszerrel</a:t>
            </a:r>
          </a:p>
          <a:p>
            <a:pPr lvl="2"/>
            <a:endParaRPr lang="hu-HU" sz="2400" noProof="0" dirty="0"/>
          </a:p>
        </p:txBody>
      </p:sp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kern="120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EDA</a:t>
            </a:r>
            <a:endParaRPr lang="hu-HU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100" b="1" kern="120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Vizualizáció</a:t>
            </a:r>
            <a:endParaRPr lang="hu-HU" noProof="0" dirty="0"/>
          </a:p>
        </p:txBody>
      </p:sp>
      <p:pic>
        <p:nvPicPr>
          <p:cNvPr id="7" name="Tartalom helye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1429" y="1417638"/>
            <a:ext cx="6838963" cy="50813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100" b="1" kern="120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Vizualizáció</a:t>
            </a:r>
            <a:endParaRPr lang="hu-HU" noProof="0" dirty="0"/>
          </a:p>
        </p:txBody>
      </p:sp>
      <p:pic>
        <p:nvPicPr>
          <p:cNvPr id="6" name="Tartalom helye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7294" y="1388294"/>
            <a:ext cx="6749411" cy="520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6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9486" y="1268760"/>
            <a:ext cx="7845028" cy="538432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100" b="1" kern="1200" dirty="0" err="1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Klaszterezés</a:t>
            </a:r>
            <a:endParaRPr lang="hu-HU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étatér">
  <a:themeElements>
    <a:clrScheme name="Sétatér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Sétatér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Sétaté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130000" t="-95000" r="40000" b="21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9F1CA64-1135-4CE6-A793-384933203D5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Bemutató milyen egy jó ötletbörze</Template>
  <TotalTime>0</TotalTime>
  <Words>83</Words>
  <Application>Microsoft Office PowerPoint</Application>
  <PresentationFormat>Diavetítés a képernyőre (4:3 oldalarány)</PresentationFormat>
  <Paragraphs>35</Paragraphs>
  <Slides>6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2" baseType="lpstr">
      <vt:lpstr>Calibri</vt:lpstr>
      <vt:lpstr>Lucida Sans Unicode</vt:lpstr>
      <vt:lpstr>Verdana</vt:lpstr>
      <vt:lpstr>Wingdings 2</vt:lpstr>
      <vt:lpstr>Wingdings 3</vt:lpstr>
      <vt:lpstr>Sétatér</vt:lpstr>
      <vt:lpstr>Big Data UFO 1 házi</vt:lpstr>
      <vt:lpstr>Adatok</vt:lpstr>
      <vt:lpstr>EDA</vt:lpstr>
      <vt:lpstr>Vizualizáció</vt:lpstr>
      <vt:lpstr>Vizualizáció</vt:lpstr>
      <vt:lpstr>Klaszterezés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2017-12-04T18:23:18Z</dcterms:created>
  <dcterms:modified xsi:type="dcterms:W3CDTF">2017-12-04T23:04:25Z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TC101671239990</vt:lpwstr>
  </property>
</Properties>
</file>